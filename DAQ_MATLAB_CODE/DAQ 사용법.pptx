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sldIdLst>
    <p:sldId id="256" r:id="rId2"/>
    <p:sldId id="260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E5C90C6-B535-41F0-89A6-E2FB008BA981}">
          <p14:sldIdLst>
            <p14:sldId id="256"/>
            <p14:sldId id="260"/>
            <p14:sldId id="257"/>
            <p14:sldId id="259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6F9"/>
    <a:srgbClr val="E8F0F4"/>
    <a:srgbClr val="CCDDE6"/>
    <a:srgbClr val="173A67"/>
    <a:srgbClr val="6597B2"/>
    <a:srgbClr val="2B4DBB"/>
    <a:srgbClr val="2B69BB"/>
    <a:srgbClr val="183B68"/>
    <a:srgbClr val="004C98"/>
    <a:srgbClr val="94B5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939487" y="780683"/>
            <a:ext cx="10363200" cy="1250026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맑은 고딕 제목 </a:t>
            </a:r>
            <a:r>
              <a:rPr lang="en-US" altLang="ko-KR" dirty="0"/>
              <a:t>40p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853887" y="2030714"/>
            <a:ext cx="8534400" cy="481571"/>
          </a:xfrm>
        </p:spPr>
        <p:txBody>
          <a:bodyPr>
            <a:normAutofit/>
          </a:bodyPr>
          <a:lstStyle>
            <a:lvl1pPr marL="0" indent="0" algn="ctr">
              <a:buNone/>
              <a:defRPr lang="ko-KR" altLang="en-US" sz="2400" dirty="0"/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맑은 고딕 부제목 </a:t>
            </a:r>
            <a:r>
              <a:rPr lang="en-US" altLang="ko-KR" dirty="0"/>
              <a:t>24p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0F2482AB-D586-402D-BE2C-D5FF2D2DCBAA}" type="datetime1">
              <a:rPr lang="ko-KR" altLang="en-US" smtClean="0"/>
              <a:t>2020-12-21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65584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E259C1A4-0E4D-4580-9BAB-0A9CF067FE2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67B1C67-36CF-48A4-A8B6-9E47F4DCE398}"/>
              </a:ext>
            </a:extLst>
          </p:cNvPr>
          <p:cNvSpPr/>
          <p:nvPr userDrawn="1"/>
        </p:nvSpPr>
        <p:spPr>
          <a:xfrm>
            <a:off x="0" y="3735981"/>
            <a:ext cx="12191244" cy="3122023"/>
          </a:xfrm>
          <a:prstGeom prst="rect">
            <a:avLst/>
          </a:prstGeom>
          <a:gradFill flip="none" rotWithShape="1">
            <a:gsLst>
              <a:gs pos="38000">
                <a:srgbClr val="005C96"/>
              </a:gs>
              <a:gs pos="0">
                <a:srgbClr val="173A67"/>
              </a:gs>
              <a:gs pos="100000">
                <a:srgbClr val="94B5C8"/>
              </a:gs>
              <a:gs pos="77000">
                <a:srgbClr val="6495B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B958254E-598C-4FE1-95A8-86FA41C0D4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39" y="5114225"/>
            <a:ext cx="4362225" cy="1424692"/>
          </a:xfrm>
          <a:prstGeom prst="rect">
            <a:avLst/>
          </a:prstGeom>
        </p:spPr>
      </p:pic>
      <p:sp>
        <p:nvSpPr>
          <p:cNvPr id="28" name="제목 1">
            <a:extLst>
              <a:ext uri="{FF2B5EF4-FFF2-40B4-BE49-F238E27FC236}">
                <a16:creationId xmlns:a16="http://schemas.microsoft.com/office/drawing/2014/main" id="{F4A33408-B74B-409D-9E0E-7A921BDCAEBE}"/>
              </a:ext>
            </a:extLst>
          </p:cNvPr>
          <p:cNvSpPr txBox="1">
            <a:spLocks/>
          </p:cNvSpPr>
          <p:nvPr userDrawn="1"/>
        </p:nvSpPr>
        <p:spPr>
          <a:xfrm>
            <a:off x="9674421" y="3729909"/>
            <a:ext cx="2216730" cy="7933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altLang="ko-KR" sz="2000" b="0" dirty="0" err="1">
                <a:latin typeface="Arial" panose="020B0604020202020204" pitchFamily="34" charset="0"/>
                <a:cs typeface="Arial" panose="020B0604020202020204" pitchFamily="34" charset="0"/>
              </a:rPr>
              <a:t>Hakcheon</a:t>
            </a:r>
            <a:r>
              <a:rPr lang="en-US" altLang="ko-KR" sz="2000" b="0" dirty="0">
                <a:latin typeface="Arial" panose="020B0604020202020204" pitchFamily="34" charset="0"/>
                <a:cs typeface="Arial" panose="020B0604020202020204" pitchFamily="34" charset="0"/>
              </a:rPr>
              <a:t> Jeong</a:t>
            </a:r>
          </a:p>
          <a:p>
            <a:pPr algn="r">
              <a:lnSpc>
                <a:spcPct val="120000"/>
              </a:lnSpc>
            </a:pPr>
            <a:r>
              <a:rPr lang="en-US" altLang="ko-KR" sz="2000" b="0" dirty="0">
                <a:latin typeface="Arial" panose="020B0604020202020204" pitchFamily="34" charset="0"/>
                <a:cs typeface="Arial" panose="020B0604020202020204" pitchFamily="34" charset="0"/>
              </a:rPr>
              <a:t>KAIST</a:t>
            </a:r>
          </a:p>
        </p:txBody>
      </p:sp>
    </p:spTree>
    <p:extLst>
      <p:ext uri="{BB962C8B-B14F-4D97-AF65-F5344CB8AC3E}">
        <p14:creationId xmlns:p14="http://schemas.microsoft.com/office/powerpoint/2010/main" val="177203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2165" y="57224"/>
            <a:ext cx="10972800" cy="511195"/>
          </a:xfrm>
          <a:prstGeom prst="rect">
            <a:avLst/>
          </a:prstGeom>
        </p:spPr>
        <p:txBody>
          <a:bodyPr>
            <a:norm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2800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609600" y="764708"/>
            <a:ext cx="10972800" cy="5361456"/>
          </a:xfrm>
        </p:spPr>
        <p:txBody>
          <a:bodyPr/>
          <a:lstStyle>
            <a:lvl1pPr>
              <a:defRPr/>
            </a:lvl1pPr>
            <a:lvl2pPr marL="457178" indent="0" algn="l" defTabSz="457200" rtl="0" eaLnBrk="1" latinLnBrk="0" hangingPunct="1">
              <a:lnSpc>
                <a:spcPct val="150000"/>
              </a:lnSpc>
              <a:buFont typeface="Arial" panose="020B0604020202020204" pitchFamily="34" charset="0"/>
              <a:buNone/>
              <a:defRPr lang="ko-KR" altLang="en-US" sz="2000" b="1" kern="1200" dirty="0">
                <a:solidFill>
                  <a:srgbClr val="0000B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800060" lvl="1" indent="-342882" algn="l" defTabSz="457200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마스터 텍스트 스타일을 편집합니다</a:t>
            </a: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65584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E259C1A4-0E4D-4580-9BAB-0A9CF067FE2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5784209-754D-4AF4-A80A-4F150F2EC61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68419"/>
            <a:ext cx="12192000" cy="64405"/>
          </a:xfrm>
          <a:prstGeom prst="line">
            <a:avLst/>
          </a:prstGeom>
          <a:ln w="31750">
            <a:gradFill flip="none" rotWithShape="1">
              <a:gsLst>
                <a:gs pos="100000">
                  <a:srgbClr val="86A8D4">
                    <a:lumMod val="0"/>
                    <a:lumOff val="100000"/>
                  </a:srgbClr>
                </a:gs>
                <a:gs pos="0">
                  <a:srgbClr val="5D8AC3">
                    <a:lumMod val="0"/>
                    <a:lumOff val="100000"/>
                  </a:srgbClr>
                </a:gs>
                <a:gs pos="6000">
                  <a:srgbClr val="173B68"/>
                </a:gs>
                <a:gs pos="19000">
                  <a:srgbClr val="005C95"/>
                </a:gs>
                <a:gs pos="70000">
                  <a:srgbClr val="C1D6E1"/>
                </a:gs>
                <a:gs pos="38000">
                  <a:srgbClr val="6495B0"/>
                </a:gs>
              </a:gsLst>
              <a:lin ang="0" scaled="1"/>
              <a:tileRect/>
            </a:gra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68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85142E2-A1B1-4271-98C6-8775162F615F}" type="datetime1">
              <a:rPr lang="ko-KR" altLang="en-US" smtClean="0"/>
              <a:t>2020-12-21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65584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E259C1A4-0E4D-4580-9BAB-0A9CF067F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70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2165" y="57224"/>
            <a:ext cx="10972800" cy="51119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D1A759AA-133D-4838-9486-A52F19AF1475}" type="datetime1">
              <a:rPr lang="ko-KR" altLang="en-US" smtClean="0"/>
              <a:t>2020-12-21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65584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E259C1A4-0E4D-4580-9BAB-0A9CF067FE2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BA68782-4D55-4D2C-A6E7-C8DB48302EA4}"/>
              </a:ext>
            </a:extLst>
          </p:cNvPr>
          <p:cNvCxnSpPr/>
          <p:nvPr userDrawn="1"/>
        </p:nvCxnSpPr>
        <p:spPr>
          <a:xfrm>
            <a:off x="179285" y="632824"/>
            <a:ext cx="11833435" cy="0"/>
          </a:xfrm>
          <a:prstGeom prst="line">
            <a:avLst/>
          </a:prstGeom>
          <a:ln w="31750">
            <a:gradFill flip="none" rotWithShape="1">
              <a:gsLst>
                <a:gs pos="100000">
                  <a:srgbClr val="86A8D4">
                    <a:lumMod val="0"/>
                    <a:lumOff val="100000"/>
                  </a:srgbClr>
                </a:gs>
                <a:gs pos="0">
                  <a:srgbClr val="5D8AC3">
                    <a:lumMod val="0"/>
                    <a:lumOff val="100000"/>
                  </a:srgbClr>
                </a:gs>
                <a:gs pos="6000">
                  <a:srgbClr val="173B68"/>
                </a:gs>
                <a:gs pos="19000">
                  <a:srgbClr val="005C95"/>
                </a:gs>
                <a:gs pos="70000">
                  <a:srgbClr val="C1D6E1"/>
                </a:gs>
                <a:gs pos="38000">
                  <a:srgbClr val="6495B0"/>
                </a:gs>
              </a:gsLst>
              <a:lin ang="0" scaled="1"/>
              <a:tileRect/>
            </a:gra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005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1815CEA1-2D91-41E4-B7FB-AE744537E808}" type="datetime1">
              <a:rPr lang="ko-KR" altLang="en-US" smtClean="0"/>
              <a:t>2020-12-21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465584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E259C1A4-0E4D-4580-9BAB-0A9CF067F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25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31D344E5-5F21-4D76-BCF5-2329743E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5" y="57224"/>
            <a:ext cx="10972800" cy="51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제목은 </a:t>
            </a:r>
            <a:r>
              <a:rPr lang="en-US" altLang="ko-KR" dirty="0"/>
              <a:t>30pt</a:t>
            </a:r>
            <a:r>
              <a:rPr lang="ko-KR" altLang="en-US" dirty="0"/>
              <a:t>초반으로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D180205-0C43-4788-A0E7-A2E2AF920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24747"/>
            <a:ext cx="10972800" cy="5001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30400" lvl="0" indent="-23040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dirty="0"/>
              <a:t>일반적으로는 </a:t>
            </a:r>
            <a:r>
              <a:rPr lang="en-US" altLang="ko-KR" dirty="0"/>
              <a:t>20pt~18pt / </a:t>
            </a:r>
            <a:r>
              <a:rPr lang="ko-KR" altLang="en-US" dirty="0"/>
              <a:t>하지만 글자크기의 차이는 가능하면 통일하도록 한다</a:t>
            </a:r>
            <a:r>
              <a:rPr lang="en-US" altLang="ko-KR" dirty="0"/>
              <a:t>. / </a:t>
            </a:r>
            <a:r>
              <a:rPr lang="ko-KR" altLang="en-US" dirty="0"/>
              <a:t>강조하는 글은 약 </a:t>
            </a:r>
            <a:r>
              <a:rPr lang="en-US" altLang="ko-KR" dirty="0"/>
              <a:t>24pt</a:t>
            </a:r>
            <a:r>
              <a:rPr lang="ko-KR" altLang="en-US" dirty="0"/>
              <a:t>정도까지로 한다</a:t>
            </a:r>
            <a:r>
              <a:rPr lang="en-US" altLang="ko-KR" dirty="0"/>
              <a:t>./</a:t>
            </a:r>
            <a:r>
              <a:rPr lang="ko-KR" altLang="en-US" dirty="0"/>
              <a:t>  글자 폭은 </a:t>
            </a:r>
            <a:r>
              <a:rPr lang="ko-KR" altLang="en-US" dirty="0" err="1"/>
              <a:t>가독성을</a:t>
            </a:r>
            <a:r>
              <a:rPr lang="ko-KR" altLang="en-US" dirty="0"/>
              <a:t> 위해 글자의 </a:t>
            </a:r>
            <a:r>
              <a:rPr lang="en-US" altLang="ko-KR" dirty="0"/>
              <a:t>1.3</a:t>
            </a:r>
            <a:r>
              <a:rPr lang="ko-KR" altLang="en-US" dirty="0"/>
              <a:t>배</a:t>
            </a:r>
            <a:r>
              <a:rPr lang="en-US" altLang="ko-KR" dirty="0"/>
              <a:t>~1.6</a:t>
            </a:r>
            <a:r>
              <a:rPr lang="ko-KR" altLang="en-US" dirty="0"/>
              <a:t>배로 한다</a:t>
            </a:r>
            <a:r>
              <a:rPr lang="en-US" altLang="ko-KR" dirty="0"/>
              <a:t>.</a:t>
            </a:r>
            <a:endParaRPr lang="ko-KR" altLang="en-US" dirty="0"/>
          </a:p>
          <a:p>
            <a:pPr marL="630000" lvl="1" indent="-23040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+mj-lt"/>
              <a:buAutoNum type="arabicParenR"/>
            </a:pPr>
            <a:r>
              <a:rPr lang="ko-KR" altLang="en-US" dirty="0"/>
              <a:t>강조하는 글은 약 </a:t>
            </a:r>
            <a:r>
              <a:rPr lang="en-US" altLang="ko-KR" dirty="0"/>
              <a:t>24pt</a:t>
            </a:r>
            <a:r>
              <a:rPr lang="ko-KR" altLang="en-US" dirty="0"/>
              <a:t>정도까지로 한다</a:t>
            </a:r>
            <a:r>
              <a:rPr lang="en-US" altLang="ko-KR" dirty="0"/>
              <a:t>.</a:t>
            </a:r>
          </a:p>
          <a:p>
            <a:pPr marL="993600" lvl="2" indent="-23040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ko-KR" altLang="en-US" dirty="0"/>
              <a:t>셋째 수준</a:t>
            </a:r>
          </a:p>
          <a:p>
            <a:pPr marL="1346200" lvl="3" indent="-230188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dirty="0"/>
              <a:t>넷째 수준</a:t>
            </a:r>
          </a:p>
          <a:p>
            <a:pPr marL="1708150" lvl="4" indent="-230188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17" name="날짜 개체 틀 3">
            <a:extLst>
              <a:ext uri="{FF2B5EF4-FFF2-40B4-BE49-F238E27FC236}">
                <a16:creationId xmlns:a16="http://schemas.microsoft.com/office/drawing/2014/main" id="{C361AA1A-77A2-4A42-A110-03AE7F5DF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87402" y="63114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C9055-532F-48BC-80CC-7F676CB27673}" type="datetime1">
              <a:rPr lang="ko-KR" altLang="en-US" smtClean="0"/>
              <a:t>2020-12-21</a:t>
            </a:fld>
            <a:endParaRPr lang="ko-KR" altLang="en-US"/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E3BB071B-A9D4-434A-AAEF-B16E998DB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08998" y="63114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9" name="슬라이드 번호 개체 틀 5">
            <a:extLst>
              <a:ext uri="{FF2B5EF4-FFF2-40B4-BE49-F238E27FC236}">
                <a16:creationId xmlns:a16="http://schemas.microsoft.com/office/drawing/2014/main" id="{83CEAFA6-ED9A-441E-9FAE-04F90336D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29200" y="6311451"/>
            <a:ext cx="21336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9C1A4-0E4D-4580-9BAB-0A9CF067FE2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A519B89-FBD6-45B3-BC98-B8568547165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299"/>
            <a:ext cx="1551762" cy="44309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25AF733-F4CF-452E-9B89-8408C695270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149" y="6283354"/>
            <a:ext cx="1289653" cy="48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56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3200" b="1" kern="1200" dirty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1" hangingPunct="1">
        <a:lnSpc>
          <a:spcPct val="90000"/>
        </a:lnSpc>
        <a:spcBef>
          <a:spcPts val="1000"/>
        </a:spcBef>
        <a:buFont typeface="+mj-lt"/>
        <a:buAutoNum type="arabicPeriod"/>
        <a:defRPr lang="ko-KR" altLang="en-US" sz="16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Arial" panose="020B0604020202020204" pitchFamily="34" charset="0"/>
        </a:defRPr>
      </a:lvl1pPr>
      <a:lvl2pPr marL="856800" indent="-457200" algn="l" defTabSz="914400" rtl="0" eaLnBrk="1" latinLnBrk="1" hangingPunct="1">
        <a:lnSpc>
          <a:spcPct val="90000"/>
        </a:lnSpc>
        <a:spcBef>
          <a:spcPts val="500"/>
        </a:spcBef>
        <a:buFont typeface="+mj-lt"/>
        <a:buAutoNum type="arabicParenR"/>
        <a:defRPr lang="en-US" altLang="ko-KR" sz="16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Arial" panose="020B0604020202020204" pitchFamily="34" charset="0"/>
        </a:defRPr>
      </a:lvl2pPr>
      <a:lvl3pPr marL="1220400" indent="-4572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6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Arial" panose="020B0604020202020204" pitchFamily="34" charset="0"/>
        </a:defRPr>
      </a:lvl3pPr>
      <a:lvl4pPr marL="1401762" indent="-28575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6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Arial" panose="020B0604020202020204" pitchFamily="34" charset="0"/>
        </a:defRPr>
      </a:lvl4pPr>
      <a:lvl5pPr marL="1763712" indent="-28575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ko-KR" sz="16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Arial" panose="020B060402020202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AC5CB-2F72-41CF-B387-F03E55E544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DAQ</a:t>
            </a:r>
            <a:r>
              <a:rPr lang="ko-KR" altLang="en-US" dirty="0"/>
              <a:t> 사용법</a:t>
            </a:r>
          </a:p>
        </p:txBody>
      </p:sp>
    </p:spTree>
    <p:extLst>
      <p:ext uri="{BB962C8B-B14F-4D97-AF65-F5344CB8AC3E}">
        <p14:creationId xmlns:p14="http://schemas.microsoft.com/office/powerpoint/2010/main" val="1565260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916BD-CF1C-457C-B4F8-6559E362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생성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D8D31-03AC-4C72-A17E-9B8B88DEA883}"/>
              </a:ext>
            </a:extLst>
          </p:cNvPr>
          <p:cNvSpPr txBox="1"/>
          <p:nvPr/>
        </p:nvSpPr>
        <p:spPr>
          <a:xfrm>
            <a:off x="402165" y="768049"/>
            <a:ext cx="11387670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060" lvl="1" indent="-34288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000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EDIT/ 2-Termianl_Device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 marL="457178" lvl="1">
              <a:lnSpc>
                <a:spcPct val="150000"/>
              </a:lnSpc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단자 소자 용 </a:t>
            </a: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8" lvl="1">
              <a:lnSpc>
                <a:spcPct val="150000"/>
              </a:lnSpc>
            </a:pP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60" lvl="1" indent="-34288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000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EDIT/ 3-Termianl_Device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 marL="457178" lvl="1">
              <a:lnSpc>
                <a:spcPct val="150000"/>
              </a:lnSpc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단자 소자 용 </a:t>
            </a: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8" lvl="1">
              <a:lnSpc>
                <a:spcPct val="150000"/>
              </a:lnSpc>
            </a:pP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8" lvl="1">
              <a:lnSpc>
                <a:spcPct val="150000"/>
              </a:lnSpc>
            </a:pP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측정하고자 하는 소자에 맞게 위의 파일을 복사하여 사용할 것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7468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916BD-CF1C-457C-B4F8-6559E362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NI_USB_NODELAY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D8D31-03AC-4C72-A17E-9B8B88DEA883}"/>
              </a:ext>
            </a:extLst>
          </p:cNvPr>
          <p:cNvSpPr txBox="1"/>
          <p:nvPr/>
        </p:nvSpPr>
        <p:spPr>
          <a:xfrm>
            <a:off x="402165" y="768049"/>
            <a:ext cx="11387670" cy="958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060" lvl="1" indent="-34288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000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DAQ</a:t>
            </a:r>
            <a:r>
              <a:rPr lang="ko-KR" altLang="en-US" sz="2000" b="1" dirty="0">
                <a:solidFill>
                  <a:srgbClr val="000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000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driver</a:t>
            </a:r>
            <a:r>
              <a:rPr lang="ko-KR" altLang="en-US" sz="2000" b="1" dirty="0">
                <a:solidFill>
                  <a:srgbClr val="000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000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channel </a:t>
            </a:r>
            <a:r>
              <a:rPr lang="ko-KR" altLang="en-US" sz="2000" b="1" dirty="0">
                <a:solidFill>
                  <a:srgbClr val="000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설정</a:t>
            </a:r>
            <a:endParaRPr lang="en-US" altLang="ko-KR" sz="2000" b="1" dirty="0">
              <a:solidFill>
                <a:srgbClr val="0000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8" lvl="1">
              <a:lnSpc>
                <a:spcPct val="150000"/>
              </a:lnSpc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    NI_USB_NODELAY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를 실행한다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978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916BD-CF1C-457C-B4F8-6559E362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DC_Sweep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D8D31-03AC-4C72-A17E-9B8B88DEA883}"/>
              </a:ext>
            </a:extLst>
          </p:cNvPr>
          <p:cNvSpPr txBox="1"/>
          <p:nvPr/>
        </p:nvSpPr>
        <p:spPr>
          <a:xfrm>
            <a:off x="402165" y="768049"/>
            <a:ext cx="11387670" cy="3728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060" lvl="1" indent="-34288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solidFill>
                  <a:srgbClr val="000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DC_Sweep</a:t>
            </a:r>
            <a:endParaRPr lang="en-US" altLang="ko-KR" sz="2000" b="1" dirty="0">
              <a:solidFill>
                <a:srgbClr val="0000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8" lvl="1">
              <a:lnSpc>
                <a:spcPct val="150000"/>
              </a:lnSpc>
            </a:pP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설정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</a:p>
          <a:p>
            <a:pPr marL="914378" lvl="1" indent="-457200">
              <a:lnSpc>
                <a:spcPct val="150000"/>
              </a:lnSpc>
              <a:buFontTx/>
              <a:buAutoNum type="arabicPeriod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SENSITIVITY : AMP.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의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sensitivity</a:t>
            </a:r>
          </a:p>
          <a:p>
            <a:pPr marL="457178" lvl="1">
              <a:lnSpc>
                <a:spcPct val="150000"/>
              </a:lnSpc>
            </a:pP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8" lvl="1">
              <a:lnSpc>
                <a:spcPct val="150000"/>
              </a:lnSpc>
            </a:pP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60" lvl="1" indent="-34288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주의</a:t>
            </a:r>
            <a:r>
              <a:rPr lang="en-US" altLang="ko-K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할 점</a:t>
            </a:r>
          </a:p>
          <a:p>
            <a:pPr marL="914378" lvl="1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Current CC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가 걸리지 않아서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chip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의 모든 소자가 한 번에 죽을 수 있음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특히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 CBRAM)</a:t>
            </a:r>
          </a:p>
          <a:p>
            <a:pPr marL="914378" lvl="1" indent="-457200">
              <a:lnSpc>
                <a:spcPct val="150000"/>
              </a:lnSpc>
              <a:buAutoNum type="arabicPeriod"/>
            </a:pP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데이터가 자동저장 되지 않음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409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916BD-CF1C-457C-B4F8-6559E362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자동저장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D8D31-03AC-4C72-A17E-9B8B88DEA883}"/>
              </a:ext>
            </a:extLst>
          </p:cNvPr>
          <p:cNvSpPr txBox="1"/>
          <p:nvPr/>
        </p:nvSpPr>
        <p:spPr>
          <a:xfrm>
            <a:off x="402165" y="768049"/>
            <a:ext cx="11387670" cy="5113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060" lvl="1" indent="-34288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000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en-US" sz="2000" b="1" dirty="0">
                <a:solidFill>
                  <a:srgbClr val="000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를 자동 저장하는 기능</a:t>
            </a:r>
          </a:p>
          <a:p>
            <a:pPr marL="457178" lvl="1">
              <a:lnSpc>
                <a:spcPct val="150000"/>
              </a:lnSpc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저장되는 데이터</a:t>
            </a: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378" lvl="1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Measured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: DAQ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에서 측정하는 전압</a:t>
            </a: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378" lvl="1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Calculated : DAQ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전압을 전류도 변환한 값</a:t>
            </a: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378" lvl="1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Fig : 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그래프</a:t>
            </a: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378" lvl="1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Parameter : 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측정에 사용한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</a:p>
          <a:p>
            <a:pPr marL="914378" lvl="1" indent="-457200">
              <a:lnSpc>
                <a:spcPct val="150000"/>
              </a:lnSpc>
              <a:buAutoNum type="arabicPeriod"/>
            </a:pP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기타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분석한 값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(ex : LTPLTD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의 경우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과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의 </a:t>
            </a:r>
            <a:r>
              <a:rPr lang="en-US" altLang="ko-K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read_data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914378" lvl="1" indent="-457200">
              <a:lnSpc>
                <a:spcPct val="150000"/>
              </a:lnSpc>
              <a:buAutoNum type="arabicPeriod"/>
            </a:pP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60" lvl="1" indent="-34288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주의</a:t>
            </a:r>
            <a:r>
              <a:rPr lang="en-US" altLang="ko-K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할 점</a:t>
            </a:r>
          </a:p>
          <a:p>
            <a:pPr marL="914378" lvl="1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을 껐다 켜면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000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번 부터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가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overlap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됨</a:t>
            </a: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378" lvl="1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999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번을 넘으면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가 발생하므로 이전에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을 재부팅 해야함</a:t>
            </a: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62011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4191</TotalTime>
  <Words>168</Words>
  <Application>Microsoft Office PowerPoint</Application>
  <PresentationFormat>와이드스크린</PresentationFormat>
  <Paragraphs>33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Times New Roman</vt:lpstr>
      <vt:lpstr>Wingdings</vt:lpstr>
      <vt:lpstr>디자인 사용자 지정</vt:lpstr>
      <vt:lpstr>DAQ 사용법</vt:lpstr>
      <vt:lpstr>파일 생성</vt:lpstr>
      <vt:lpstr>NI_USB_NODELAY</vt:lpstr>
      <vt:lpstr>DC_Sweep</vt:lpstr>
      <vt:lpstr>자동저장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Jeong Hak Cheon</dc:creator>
  <cp:lastModifiedBy>user</cp:lastModifiedBy>
  <cp:revision>35</cp:revision>
  <dcterms:created xsi:type="dcterms:W3CDTF">2020-12-30T01:32:11Z</dcterms:created>
  <dcterms:modified xsi:type="dcterms:W3CDTF">2020-12-21T13:46:57Z</dcterms:modified>
</cp:coreProperties>
</file>